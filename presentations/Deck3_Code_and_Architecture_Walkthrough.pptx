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project layout. The src folder holds five scripts that form a pipeline: load data, define models, optimize with MOPSO, run experiments, and generate figures. The tests folder holds 13 automated checks, and data, results, and figures hold the inputs and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script streams raw PCAP files with Scapy, groups packets into flows using a 5-tuple key, and calculates the 8 features our neural network needs, then saves exactly 600 balanced flows per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file defines our 325-parameter FFNN in pure NumPy, plus three PyTorch deep learning baselines used only for comparison, and the composite fitness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explains the 5-part fitness score that MOPSO optimizes: classification error plus four network-health penalties covering jitter, CPU load, setup delay, and bandwidth.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particle is a candidate set of 325 weights. The dominates() function keeps only Pareto-optimal solutions in an archive of up to 40, and a knee-point rule auto-selects the deployed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Page-Hinkley test watches the error rate over time and raises an alarm the moment traffic behavior shifts, triggering a fast warm-restart of the swarm instead of a full retrain.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experimental engine: it runs stratified 10-fold cross-validation with leakage-free scaling, then computes paired t-tests to get the exact p-values we quote in every results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wrote 13 automated pytest tests covering the data pipeline, model parameter counts, the fitness formula, and the optimizer's Pareto and drift logic. If asked to prove it live, we open a terminal in c colon backslash dev backslash CN_Project and run uv run pytest tests, which shows all 13 tests passing in about 13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Codebase Architecture &amp; File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6E6"/>
                </a:solidFill>
              </a:defRPr>
            </a:pPr>
            <a:r>
              <a:t>Slide 1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•  src/dataset_loader.py — PCAP parsing &amp; 8-feature extraction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•  src/models.py — FFNN (325 params), CNN, LSTM, Transformer &amp; fitness F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•  src/mopso_optimizer.py — Swarm optimization, Pareto archive &amp; drift detector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•  src/run_experiments.py — 10-fold CV, t-tests, ablation &amp; feature importance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•  src/generate_visual_representations.py — all 8 publication figures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•  tests/ — 13 pytest tests (100% passing)  |  data/, results/, figures/ — inputs &amp;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 Ingestion &amp; 8-Feature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6E6"/>
                </a:solidFill>
              </a:defRPr>
            </a:pPr>
            <a:r>
              <a:t>src/dataset_loader.py  |  Slide 2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Groups packets into bidirectional flows using a 5-tuple key, then computes 8 features per flow: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inter_arrival_time, packet_size, protocol, flow_duration, total_bytes, packet_count, dst_port, ttl.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4712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# Two directions of the same conversation share one flow key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flow_key = tuple(sorted([(src_ip, src_port), (dst_ip, dst_port)])) + (protocol,)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extract_flow_features(): inter_arrival_time = np.diff(timestamps).mean()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                          flow_duration = timestamps[-1] - timestamps[0]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1124712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b="1" sz="1250">
                <a:solidFill>
                  <a:srgbClr val="C00000"/>
                </a:solidFill>
              </a:defRPr>
            </a:pPr>
            <a:r>
              <a:t>If Faculty Asks: Did you normalize the data globally before splitting into folds?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No, Professor. Normalizing before splitting is a classic data leakage mistake. Raw features are saved directly to CSV; StandardScaler is fit strictly inside each training fold in run_experiments.py.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Neural Network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6E6"/>
                </a:solidFill>
              </a:defRPr>
            </a:pPr>
            <a:r>
              <a:t>src/models.py  |  Slide 3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Pure NumPy FFNN (8 → 16 → 8 → 5): weights 128+128+40=296, biases 16+8+5=29, total D = 325.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PyTorch DL baselines: 1D-CNN (2,373), LSTM (13,093), Transformer (18,437) parameters.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4712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class FFNN: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def __init__(self, ni=8, h1=16, h2=8, no=5):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# Weights: (8*16)+(16*8)+(8*5) = 296   Biases: 16+8+5 = 29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self.D = 325   # forward pass: pure NumPy matmul + ReLU + Softmax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1124712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b="1" sz="1250">
                <a:solidFill>
                  <a:srgbClr val="C00000"/>
                </a:solidFill>
              </a:defRPr>
            </a:pPr>
            <a:r>
              <a:t>If Faculty Asks: Why implement the FFNN in raw NumPy instead of PyTorch?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MOPSO trains weights directly as a particle vector, not via backpropagation, so we need direct array control. Pure NumPy also keeps inference at microsecond speed with zero framework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5-Component Composite Fitness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6E6"/>
                </a:solidFill>
              </a:defRPr>
            </a:pPr>
            <a:r>
              <a:t>src/models.py — FFNN.composite()  |  Slide 4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F = α·f1 + β·f2 + γ·f3 + δ·f4 + ε·f5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f1 error, f2 FRUR jitter, f3 switch CPU load, f4 flow setup delay, f5 southbound bandwidth.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4712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# f1_err  = 1.0 - accuracy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f2_frur = classification flips under Gaussian noise (sigma=0.10) -&gt; OpenFlow rule stability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f3_cpu  = mean(abs(w) &gt; 0.3)     # denser weights = more switch CPU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f4_fsd  = mean(abs(w)) / 3.0     # larger weights = slower TCAM setup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f5_bw   = mean(abs(w) &gt; 0.05)    # more non-zero weights = bigger OpenFlow messages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1124712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b="1" sz="1250">
                <a:solidFill>
                  <a:srgbClr val="C00000"/>
                </a:solidFill>
              </a:defRPr>
            </a:pPr>
            <a:r>
              <a:t>If Faculty Asks: How do you test flow-rule stability (FRUR) in code?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In f2_frur(), we inject Gaussian jitter into packet timing and size, then measure how often the predicted class flips across 5 trials -- a brittle model floods the switch with rule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Multi-Objective PSO &amp; Pareto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6E6"/>
                </a:solidFill>
              </a:defRPr>
            </a:pPr>
            <a:r>
              <a:t>src/mopso_optimizer.py  |  Slide 5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A particle is a 325-dimensional weight vector; the swarm has 45 particles.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Pareto dominance decides which solutions survive in the archive (capacity 40, knee-point deployed).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4712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def dominates(costA, costB):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return (costA[0] &lt;= costB[0] and costA[1] &lt;= costB[1]) and \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(costA[0] &lt; costB[0] or costA[1] &lt; costB[1])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1124712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b="1" sz="1250">
                <a:solidFill>
                  <a:srgbClr val="C00000"/>
                </a:solidFill>
              </a:defRPr>
            </a:pPr>
            <a:r>
              <a:t>If Faculty Asks: Why Clerc's constriction values (ω=0.7298, c1=c2=1.49618)?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These exact values guarantee the eigenvalues lie inside the unit circle (ρ=0.8543&lt;1, Lemma 1) and variance stays bounded (Lemma 2), so the swarm can never explode or oscillate.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Concept Drift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6E6"/>
                </a:solidFill>
              </a:defRPr>
            </a:pPr>
            <a:r>
              <a:t>src/mopso_optimizer.py — PageHinkley  |  Slide 6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Tracks error rate x_n = 1 - acc_n, accumulates deviation U_n, tracks running minimum m_n.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Drift signal fires when U_n - m_n &gt; λ = 2.0, then a warm-restart MOPSO re-converges in &lt; 2.5 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4712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# U_n = sum(x_k - x_bar - delta)      # cumulative deviation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m_n = min(U_k for k &lt;= n)            # running minimum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if U_n - m_n &gt; lambda_threshold (2.0):  drift_detected = 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1124712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b="1" sz="1250">
                <a:solidFill>
                  <a:srgbClr val="C00000"/>
                </a:solidFill>
              </a:defRPr>
            </a:pPr>
            <a:r>
              <a:t>If Faculty Asks: What happens right after drift is detected?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The optimizer performs a warm-restart MOPSO seeded from the current knee-point solution, rather than starting from scratch, so it re-converges to a fresh Pareto front in under 2.5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10-Fold CV &amp; Statistical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6E6"/>
                </a:solidFill>
              </a:defRPr>
            </a:pPr>
            <a:r>
              <a:t>src/run_experiments.py  |  Slide 7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StratifiedKFold(n_splits=10) keeps class balance in every fold; scaler fit only on the train fold.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scipy.stats.ttest_rel() gives the paired t-test p-values (0.0028 USTC, 0.0030 ISCX).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4712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skf = StratifiedKFold(n_splits=10, shuffle=True, random_state=42)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for train_idx, test_idx in skf.split(X_raw, y):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scaler = StandardScaler()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X_tr = scaler.fit_transform(X_tr_log)   # fit on TRAIN fold only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X_te = scaler.transform(X_te_log)       # TEST fold never seen by scaler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t_stat, p_val = stats.ttest_rel(df_mopso['accuracy'], df_pso['accuracy'])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1124712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b="1" sz="1250">
                <a:solidFill>
                  <a:srgbClr val="C00000"/>
                </a:solidFill>
              </a:defRPr>
            </a:pPr>
            <a:r>
              <a:t>If Faculty Asks: Could the scaler have leaked information from the test fold?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No. fit_transform() runs only on X_tr; the test fold only ever sees transform(), so its statistics never influence scaling parameters.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Automated Unit Test Suite &amp; Live Demo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6E6"/>
                </a:solidFill>
              </a:defRPr>
            </a:pPr>
            <a:r>
              <a:t>Slide 8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 test_dataset_pipeline.py — 8 features present, zero data leakage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 test_models.py — exact parameter counts (FFNN D=325, CNN, LSTM, Transformer)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 test_composite_fitness.py — 5-component fitness stays in [0,1], jitter sensitivity works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 test_mopso_optimizer.py — Pareto dominance, archive capacity 40, Page-Hinkley drift 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11247120" cy="1188720"/>
          </a:xfrm>
          <a:prstGeom prst="rect">
            <a:avLst/>
          </a:prstGeom>
          <a:solidFill>
            <a:srgbClr val="1E1E2E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t>$ uv run pytest tests/</a:t>
            </a:r>
          </a:p>
          <a:p>
            <a:pPr>
              <a:defRPr sz="1400">
                <a:solidFill>
                  <a:srgbClr val="6AE08A"/>
                </a:solidFill>
                <a:latin typeface="Consolas"/>
              </a:defRPr>
            </a:pPr>
            <a:r>
              <a:t>==================== 13 passed in 13.40s ====================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1124712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300">
                <a:solidFill>
                  <a:srgbClr val="008080"/>
                </a:solidFill>
              </a:defRPr>
            </a:pPr>
            <a:r>
              <a:t>Key Takeaway: </a:t>
            </a:r>
            <a:r>
              <a:rPr sz="1300">
                <a:solidFill>
                  <a:srgbClr val="222222"/>
                </a:solidFill>
              </a:rPr>
              <a:t>Run this command live if the professor asks to see proof — all 13 tests pass in about 13 seconds.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